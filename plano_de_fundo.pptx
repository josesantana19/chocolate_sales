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9B3C"/>
    <a:srgbClr val="F5E1C8"/>
    <a:srgbClr val="3B1E0A"/>
    <a:srgbClr val="2D190F"/>
    <a:srgbClr val="FFEBCD"/>
    <a:srgbClr val="663300"/>
    <a:srgbClr val="E6D2B4"/>
    <a:srgbClr val="8AA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Santana" userId="b6ed052fc1434c48" providerId="LiveId" clId="{74FBF6F9-BC50-40D1-9F96-C155D6A0375A}"/>
    <pc:docChg chg="undo custSel addSld delSld modSld">
      <pc:chgData name="José Santana" userId="b6ed052fc1434c48" providerId="LiveId" clId="{74FBF6F9-BC50-40D1-9F96-C155D6A0375A}" dt="2026-07-05T19:06:05.635" v="317" actId="2696"/>
      <pc:docMkLst>
        <pc:docMk/>
      </pc:docMkLst>
      <pc:sldChg chg="addSp delSp modSp new mod">
        <pc:chgData name="José Santana" userId="b6ed052fc1434c48" providerId="LiveId" clId="{74FBF6F9-BC50-40D1-9F96-C155D6A0375A}" dt="2026-07-05T19:05:51.591" v="316"/>
        <pc:sldMkLst>
          <pc:docMk/>
          <pc:sldMk cId="2971825622" sldId="256"/>
        </pc:sldMkLst>
        <pc:spChg chg="del">
          <ac:chgData name="José Santana" userId="b6ed052fc1434c48" providerId="LiveId" clId="{74FBF6F9-BC50-40D1-9F96-C155D6A0375A}" dt="2026-07-05T13:02:18.562" v="1" actId="478"/>
          <ac:spMkLst>
            <pc:docMk/>
            <pc:sldMk cId="2971825622" sldId="256"/>
            <ac:spMk id="2" creationId="{58C42EDF-A1D0-114B-9F47-ACEBBCECBC54}"/>
          </ac:spMkLst>
        </pc:spChg>
        <pc:spChg chg="add mod">
          <ac:chgData name="José Santana" userId="b6ed052fc1434c48" providerId="LiveId" clId="{74FBF6F9-BC50-40D1-9F96-C155D6A0375A}" dt="2026-07-05T18:37:47.521" v="263" actId="465"/>
          <ac:spMkLst>
            <pc:docMk/>
            <pc:sldMk cId="2971825622" sldId="256"/>
            <ac:spMk id="2" creationId="{84A96FB2-05D6-502A-0670-DBB58CF6556B}"/>
          </ac:spMkLst>
        </pc:spChg>
        <pc:spChg chg="del">
          <ac:chgData name="José Santana" userId="b6ed052fc1434c48" providerId="LiveId" clId="{74FBF6F9-BC50-40D1-9F96-C155D6A0375A}" dt="2026-07-05T13:02:20.115" v="2" actId="478"/>
          <ac:spMkLst>
            <pc:docMk/>
            <pc:sldMk cId="2971825622" sldId="256"/>
            <ac:spMk id="3" creationId="{0AA789C8-4CCC-EE7A-29E8-A2EDF02ED5CC}"/>
          </ac:spMkLst>
        </pc:spChg>
        <pc:spChg chg="add mod">
          <ac:chgData name="José Santana" userId="b6ed052fc1434c48" providerId="LiveId" clId="{74FBF6F9-BC50-40D1-9F96-C155D6A0375A}" dt="2026-07-05T18:37:47.521" v="263" actId="465"/>
          <ac:spMkLst>
            <pc:docMk/>
            <pc:sldMk cId="2971825622" sldId="256"/>
            <ac:spMk id="3" creationId="{42392150-93DC-1D4C-2CCD-3A16DA74E36B}"/>
          </ac:spMkLst>
        </pc:spChg>
        <pc:spChg chg="add mod">
          <ac:chgData name="José Santana" userId="b6ed052fc1434c48" providerId="LiveId" clId="{74FBF6F9-BC50-40D1-9F96-C155D6A0375A}" dt="2026-07-05T13:14:15.684" v="90" actId="408"/>
          <ac:spMkLst>
            <pc:docMk/>
            <pc:sldMk cId="2971825622" sldId="256"/>
            <ac:spMk id="4" creationId="{47F88292-C4AE-6DFB-DF9A-81908425C3A1}"/>
          </ac:spMkLst>
        </pc:spChg>
        <pc:spChg chg="add mod">
          <ac:chgData name="José Santana" userId="b6ed052fc1434c48" providerId="LiveId" clId="{74FBF6F9-BC50-40D1-9F96-C155D6A0375A}" dt="2026-07-05T13:20:05.413" v="136" actId="2085"/>
          <ac:spMkLst>
            <pc:docMk/>
            <pc:sldMk cId="2971825622" sldId="256"/>
            <ac:spMk id="5" creationId="{57F5BB59-CC17-393E-C54D-F7E669883156}"/>
          </ac:spMkLst>
        </pc:spChg>
        <pc:spChg chg="add mod">
          <ac:chgData name="José Santana" userId="b6ed052fc1434c48" providerId="LiveId" clId="{74FBF6F9-BC50-40D1-9F96-C155D6A0375A}" dt="2026-07-05T13:05:24.581" v="23" actId="14100"/>
          <ac:spMkLst>
            <pc:docMk/>
            <pc:sldMk cId="2971825622" sldId="256"/>
            <ac:spMk id="6" creationId="{4F12A51D-8568-1D6F-DB93-2B64F566C2AD}"/>
          </ac:spMkLst>
        </pc:spChg>
        <pc:spChg chg="add mod">
          <ac:chgData name="José Santana" userId="b6ed052fc1434c48" providerId="LiveId" clId="{74FBF6F9-BC50-40D1-9F96-C155D6A0375A}" dt="2026-07-05T13:05:29.196" v="25" actId="1076"/>
          <ac:spMkLst>
            <pc:docMk/>
            <pc:sldMk cId="2971825622" sldId="256"/>
            <ac:spMk id="7" creationId="{BF2678CB-DA2B-5136-4530-1A5653FEBA52}"/>
          </ac:spMkLst>
        </pc:spChg>
        <pc:spChg chg="add mod">
          <ac:chgData name="José Santana" userId="b6ed052fc1434c48" providerId="LiveId" clId="{74FBF6F9-BC50-40D1-9F96-C155D6A0375A}" dt="2026-07-05T13:18:21.412" v="131" actId="14100"/>
          <ac:spMkLst>
            <pc:docMk/>
            <pc:sldMk cId="2971825622" sldId="256"/>
            <ac:spMk id="8" creationId="{F6CCBA33-366A-D740-66B5-484D7ABC0439}"/>
          </ac:spMkLst>
        </pc:spChg>
        <pc:spChg chg="add mod">
          <ac:chgData name="José Santana" userId="b6ed052fc1434c48" providerId="LiveId" clId="{74FBF6F9-BC50-40D1-9F96-C155D6A0375A}" dt="2026-07-05T18:37:47.521" v="263" actId="465"/>
          <ac:spMkLst>
            <pc:docMk/>
            <pc:sldMk cId="2971825622" sldId="256"/>
            <ac:spMk id="9" creationId="{C215EBDF-E81D-3A54-1BB6-95B75833997D}"/>
          </ac:spMkLst>
        </pc:spChg>
        <pc:spChg chg="add del mod">
          <ac:chgData name="José Santana" userId="b6ed052fc1434c48" providerId="LiveId" clId="{74FBF6F9-BC50-40D1-9F96-C155D6A0375A}" dt="2026-07-05T13:05:40.077" v="31" actId="478"/>
          <ac:spMkLst>
            <pc:docMk/>
            <pc:sldMk cId="2971825622" sldId="256"/>
            <ac:spMk id="9" creationId="{E2495070-587F-B397-B7E5-264D3B74DD59}"/>
          </ac:spMkLst>
        </pc:spChg>
        <pc:spChg chg="add mod">
          <ac:chgData name="José Santana" userId="b6ed052fc1434c48" providerId="LiveId" clId="{74FBF6F9-BC50-40D1-9F96-C155D6A0375A}" dt="2026-07-05T13:18:11.449" v="129" actId="14100"/>
          <ac:spMkLst>
            <pc:docMk/>
            <pc:sldMk cId="2971825622" sldId="256"/>
            <ac:spMk id="10" creationId="{C2DBC1A4-C52E-83C8-9DC0-9889A6F0872E}"/>
          </ac:spMkLst>
        </pc:spChg>
        <pc:spChg chg="add mod">
          <ac:chgData name="José Santana" userId="b6ed052fc1434c48" providerId="LiveId" clId="{74FBF6F9-BC50-40D1-9F96-C155D6A0375A}" dt="2026-07-05T13:18:16.803" v="130" actId="14100"/>
          <ac:spMkLst>
            <pc:docMk/>
            <pc:sldMk cId="2971825622" sldId="256"/>
            <ac:spMk id="11" creationId="{CCB02E5B-C1EE-EA27-59EB-E4A02B488E37}"/>
          </ac:spMkLst>
        </pc:spChg>
        <pc:spChg chg="add mod">
          <ac:chgData name="José Santana" userId="b6ed052fc1434c48" providerId="LiveId" clId="{74FBF6F9-BC50-40D1-9F96-C155D6A0375A}" dt="2026-07-05T13:18:16.803" v="130" actId="14100"/>
          <ac:spMkLst>
            <pc:docMk/>
            <pc:sldMk cId="2971825622" sldId="256"/>
            <ac:spMk id="12" creationId="{AD50AE14-1106-0D21-D6BC-AD05A724670A}"/>
          </ac:spMkLst>
        </pc:spChg>
        <pc:spChg chg="add mod">
          <ac:chgData name="José Santana" userId="b6ed052fc1434c48" providerId="LiveId" clId="{74FBF6F9-BC50-40D1-9F96-C155D6A0375A}" dt="2026-07-05T18:34:22.138" v="170" actId="14100"/>
          <ac:spMkLst>
            <pc:docMk/>
            <pc:sldMk cId="2971825622" sldId="256"/>
            <ac:spMk id="13" creationId="{0EFE83AC-197D-DDCD-E8D1-8391CFBCFE54}"/>
          </ac:spMkLst>
        </pc:spChg>
        <pc:spChg chg="add del mod">
          <ac:chgData name="José Santana" userId="b6ed052fc1434c48" providerId="LiveId" clId="{74FBF6F9-BC50-40D1-9F96-C155D6A0375A}" dt="2026-07-05T13:06:34.475" v="44" actId="478"/>
          <ac:spMkLst>
            <pc:docMk/>
            <pc:sldMk cId="2971825622" sldId="256"/>
            <ac:spMk id="14" creationId="{883C9724-222D-61E3-7F38-74B9E0E3114A}"/>
          </ac:spMkLst>
        </pc:spChg>
        <pc:spChg chg="add mod">
          <ac:chgData name="José Santana" userId="b6ed052fc1434c48" providerId="LiveId" clId="{74FBF6F9-BC50-40D1-9F96-C155D6A0375A}" dt="2026-07-05T18:37:28.275" v="259" actId="1076"/>
          <ac:spMkLst>
            <pc:docMk/>
            <pc:sldMk cId="2971825622" sldId="256"/>
            <ac:spMk id="14" creationId="{B228AA2D-0E8F-0166-827C-F0ED7F480387}"/>
          </ac:spMkLst>
        </pc:spChg>
        <pc:spChg chg="add mod">
          <ac:chgData name="José Santana" userId="b6ed052fc1434c48" providerId="LiveId" clId="{74FBF6F9-BC50-40D1-9F96-C155D6A0375A}" dt="2026-07-05T13:09:08.073" v="67" actId="465"/>
          <ac:spMkLst>
            <pc:docMk/>
            <pc:sldMk cId="2971825622" sldId="256"/>
            <ac:spMk id="15" creationId="{77E353BF-B3AA-87BB-2D80-96D2D6BC7F02}"/>
          </ac:spMkLst>
        </pc:spChg>
        <pc:spChg chg="add mod">
          <ac:chgData name="José Santana" userId="b6ed052fc1434c48" providerId="LiveId" clId="{74FBF6F9-BC50-40D1-9F96-C155D6A0375A}" dt="2026-07-05T13:17:28.022" v="120" actId="14100"/>
          <ac:spMkLst>
            <pc:docMk/>
            <pc:sldMk cId="2971825622" sldId="256"/>
            <ac:spMk id="16" creationId="{D848A244-8691-A5B5-264C-368116754251}"/>
          </ac:spMkLst>
        </pc:spChg>
        <pc:spChg chg="add mod">
          <ac:chgData name="José Santana" userId="b6ed052fc1434c48" providerId="LiveId" clId="{74FBF6F9-BC50-40D1-9F96-C155D6A0375A}" dt="2026-07-05T13:09:20.864" v="68" actId="408"/>
          <ac:spMkLst>
            <pc:docMk/>
            <pc:sldMk cId="2971825622" sldId="256"/>
            <ac:spMk id="17" creationId="{97F2B35A-8E45-1A69-EEBC-B55DE85A5FE9}"/>
          </ac:spMkLst>
        </pc:spChg>
        <pc:spChg chg="add mod">
          <ac:chgData name="José Santana" userId="b6ed052fc1434c48" providerId="LiveId" clId="{74FBF6F9-BC50-40D1-9F96-C155D6A0375A}" dt="2026-07-05T13:09:20.864" v="68" actId="408"/>
          <ac:spMkLst>
            <pc:docMk/>
            <pc:sldMk cId="2971825622" sldId="256"/>
            <ac:spMk id="18" creationId="{43282830-4682-513C-3BD4-C647FEF1F8AE}"/>
          </ac:spMkLst>
        </pc:spChg>
        <pc:spChg chg="add mod">
          <ac:chgData name="José Santana" userId="b6ed052fc1434c48" providerId="LiveId" clId="{74FBF6F9-BC50-40D1-9F96-C155D6A0375A}" dt="2026-07-05T13:09:20.864" v="68" actId="408"/>
          <ac:spMkLst>
            <pc:docMk/>
            <pc:sldMk cId="2971825622" sldId="256"/>
            <ac:spMk id="19" creationId="{BF6C5A4A-E368-141D-1A27-A8CE4B7F0E37}"/>
          </ac:spMkLst>
        </pc:spChg>
        <pc:spChg chg="add mod">
          <ac:chgData name="José Santana" userId="b6ed052fc1434c48" providerId="LiveId" clId="{74FBF6F9-BC50-40D1-9F96-C155D6A0375A}" dt="2026-07-05T13:09:20.864" v="68" actId="408"/>
          <ac:spMkLst>
            <pc:docMk/>
            <pc:sldMk cId="2971825622" sldId="256"/>
            <ac:spMk id="20" creationId="{C51542CC-C272-8804-ACBC-3F66463E048A}"/>
          </ac:spMkLst>
        </pc:spChg>
        <pc:spChg chg="add mod">
          <ac:chgData name="José Santana" userId="b6ed052fc1434c48" providerId="LiveId" clId="{74FBF6F9-BC50-40D1-9F96-C155D6A0375A}" dt="2026-07-05T13:13:18.844" v="75" actId="207"/>
          <ac:spMkLst>
            <pc:docMk/>
            <pc:sldMk cId="2971825622" sldId="256"/>
            <ac:spMk id="21" creationId="{984885FB-80E2-5EFB-D68C-84894E2B25E2}"/>
          </ac:spMkLst>
        </pc:spChg>
        <pc:spChg chg="add mod">
          <ac:chgData name="José Santana" userId="b6ed052fc1434c48" providerId="LiveId" clId="{74FBF6F9-BC50-40D1-9F96-C155D6A0375A}" dt="2026-07-05T18:31:58.981" v="143" actId="14100"/>
          <ac:spMkLst>
            <pc:docMk/>
            <pc:sldMk cId="2971825622" sldId="256"/>
            <ac:spMk id="22" creationId="{2A731B85-F0CE-CCC1-150E-450924116816}"/>
          </ac:spMkLst>
        </pc:spChg>
        <pc:spChg chg="add del mod">
          <ac:chgData name="José Santana" userId="b6ed052fc1434c48" providerId="LiveId" clId="{74FBF6F9-BC50-40D1-9F96-C155D6A0375A}" dt="2026-07-05T13:14:34.820" v="95" actId="478"/>
          <ac:spMkLst>
            <pc:docMk/>
            <pc:sldMk cId="2971825622" sldId="256"/>
            <ac:spMk id="23" creationId="{53388757-B727-F6F1-773B-9B7B6AA4A25A}"/>
          </ac:spMkLst>
        </pc:spChg>
        <pc:spChg chg="add del">
          <ac:chgData name="José Santana" userId="b6ed052fc1434c48" providerId="LiveId" clId="{74FBF6F9-BC50-40D1-9F96-C155D6A0375A}" dt="2026-07-05T18:33:09.134" v="155" actId="478"/>
          <ac:spMkLst>
            <pc:docMk/>
            <pc:sldMk cId="2971825622" sldId="256"/>
            <ac:spMk id="23" creationId="{D6F3231A-A307-506F-4B6F-B620136BBEAA}"/>
          </ac:spMkLst>
        </pc:spChg>
        <pc:spChg chg="add mod">
          <ac:chgData name="José Santana" userId="b6ed052fc1434c48" providerId="LiveId" clId="{74FBF6F9-BC50-40D1-9F96-C155D6A0375A}" dt="2026-07-05T18:32:04.578" v="144" actId="14100"/>
          <ac:spMkLst>
            <pc:docMk/>
            <pc:sldMk cId="2971825622" sldId="256"/>
            <ac:spMk id="24" creationId="{418012EC-81AB-A58D-3899-F9C41547ED2D}"/>
          </ac:spMkLst>
        </pc:spChg>
        <pc:spChg chg="add mod">
          <ac:chgData name="José Santana" userId="b6ed052fc1434c48" providerId="LiveId" clId="{74FBF6F9-BC50-40D1-9F96-C155D6A0375A}" dt="2026-07-05T13:14:42.882" v="99" actId="1076"/>
          <ac:spMkLst>
            <pc:docMk/>
            <pc:sldMk cId="2971825622" sldId="256"/>
            <ac:spMk id="25" creationId="{905010C9-C24C-A160-6E75-24925EE23E01}"/>
          </ac:spMkLst>
        </pc:spChg>
        <pc:spChg chg="add mod">
          <ac:chgData name="José Santana" userId="b6ed052fc1434c48" providerId="LiveId" clId="{74FBF6F9-BC50-40D1-9F96-C155D6A0375A}" dt="2026-07-05T13:14:46.881" v="101" actId="1076"/>
          <ac:spMkLst>
            <pc:docMk/>
            <pc:sldMk cId="2971825622" sldId="256"/>
            <ac:spMk id="26" creationId="{FF2A7C96-4A4A-2A34-C7A1-D4D5DF6C3676}"/>
          </ac:spMkLst>
        </pc:spChg>
        <pc:spChg chg="add mod">
          <ac:chgData name="José Santana" userId="b6ed052fc1434c48" providerId="LiveId" clId="{74FBF6F9-BC50-40D1-9F96-C155D6A0375A}" dt="2026-07-05T18:31:36.037" v="137" actId="14100"/>
          <ac:spMkLst>
            <pc:docMk/>
            <pc:sldMk cId="2971825622" sldId="256"/>
            <ac:spMk id="27" creationId="{7A1E8114-5BCC-C0CD-B92B-BF0DD35B17EE}"/>
          </ac:spMkLst>
        </pc:spChg>
        <pc:spChg chg="add mod">
          <ac:chgData name="José Santana" userId="b6ed052fc1434c48" providerId="LiveId" clId="{74FBF6F9-BC50-40D1-9F96-C155D6A0375A}" dt="2026-07-05T18:31:43.684" v="139" actId="14100"/>
          <ac:spMkLst>
            <pc:docMk/>
            <pc:sldMk cId="2971825622" sldId="256"/>
            <ac:spMk id="28" creationId="{2168366D-6430-FCA1-0358-4586DB66F7C5}"/>
          </ac:spMkLst>
        </pc:spChg>
        <pc:spChg chg="add mod">
          <ac:chgData name="José Santana" userId="b6ed052fc1434c48" providerId="LiveId" clId="{74FBF6F9-BC50-40D1-9F96-C155D6A0375A}" dt="2026-07-05T18:31:52.252" v="142" actId="14100"/>
          <ac:spMkLst>
            <pc:docMk/>
            <pc:sldMk cId="2971825622" sldId="256"/>
            <ac:spMk id="29" creationId="{F2E95482-07FE-F9FF-C3D1-BA8C288E1F7E}"/>
          </ac:spMkLst>
        </pc:spChg>
        <pc:spChg chg="add mod">
          <ac:chgData name="José Santana" userId="b6ed052fc1434c48" providerId="LiveId" clId="{74FBF6F9-BC50-40D1-9F96-C155D6A0375A}" dt="2026-07-05T18:31:46.254" v="140" actId="14100"/>
          <ac:spMkLst>
            <pc:docMk/>
            <pc:sldMk cId="2971825622" sldId="256"/>
            <ac:spMk id="30" creationId="{2C43D590-D6A5-409E-5A52-3B40DD72E3BB}"/>
          </ac:spMkLst>
        </pc:spChg>
        <pc:spChg chg="add mod">
          <ac:chgData name="José Santana" userId="b6ed052fc1434c48" providerId="LiveId" clId="{74FBF6F9-BC50-40D1-9F96-C155D6A0375A}" dt="2026-07-05T18:31:48.647" v="141" actId="14100"/>
          <ac:spMkLst>
            <pc:docMk/>
            <pc:sldMk cId="2971825622" sldId="256"/>
            <ac:spMk id="31" creationId="{5D00D840-E8D7-06EE-9CE2-94C3FDB88692}"/>
          </ac:spMkLst>
        </pc:spChg>
        <pc:spChg chg="add mod">
          <ac:chgData name="José Santana" userId="b6ed052fc1434c48" providerId="LiveId" clId="{74FBF6F9-BC50-40D1-9F96-C155D6A0375A}" dt="2026-07-05T18:41:52.934" v="286" actId="108"/>
          <ac:spMkLst>
            <pc:docMk/>
            <pc:sldMk cId="2971825622" sldId="256"/>
            <ac:spMk id="32" creationId="{313D1417-BD35-DB7E-73C1-827D17EC9F45}"/>
          </ac:spMkLst>
        </pc:spChg>
        <pc:spChg chg="add mod">
          <ac:chgData name="José Santana" userId="b6ed052fc1434c48" providerId="LiveId" clId="{74FBF6F9-BC50-40D1-9F96-C155D6A0375A}" dt="2026-07-05T18:34:41.190" v="175" actId="1076"/>
          <ac:spMkLst>
            <pc:docMk/>
            <pc:sldMk cId="2971825622" sldId="256"/>
            <ac:spMk id="35" creationId="{BEDB69DE-B0F6-D4A4-3AD2-001DE9AD4B8F}"/>
          </ac:spMkLst>
        </pc:spChg>
        <pc:spChg chg="add mod">
          <ac:chgData name="José Santana" userId="b6ed052fc1434c48" providerId="LiveId" clId="{74FBF6F9-BC50-40D1-9F96-C155D6A0375A}" dt="2026-07-05T19:05:50.123" v="315" actId="20577"/>
          <ac:spMkLst>
            <pc:docMk/>
            <pc:sldMk cId="2971825622" sldId="256"/>
            <ac:spMk id="38" creationId="{D91BEA76-B3DD-02D7-0B82-3777DC2375CC}"/>
          </ac:spMkLst>
        </pc:spChg>
        <pc:spChg chg="add mod">
          <ac:chgData name="José Santana" userId="b6ed052fc1434c48" providerId="LiveId" clId="{74FBF6F9-BC50-40D1-9F96-C155D6A0375A}" dt="2026-07-05T18:41:54.725" v="287" actId="108"/>
          <ac:spMkLst>
            <pc:docMk/>
            <pc:sldMk cId="2971825622" sldId="256"/>
            <ac:spMk id="39" creationId="{FAB8F133-C274-F11B-8EAE-B361436C5F5C}"/>
          </ac:spMkLst>
        </pc:spChg>
        <pc:spChg chg="add mod">
          <ac:chgData name="José Santana" userId="b6ed052fc1434c48" providerId="LiveId" clId="{74FBF6F9-BC50-40D1-9F96-C155D6A0375A}" dt="2026-07-05T18:41:56.218" v="288" actId="108"/>
          <ac:spMkLst>
            <pc:docMk/>
            <pc:sldMk cId="2971825622" sldId="256"/>
            <ac:spMk id="40" creationId="{1568F4C6-1148-751B-9F51-7CA27A736080}"/>
          </ac:spMkLst>
        </pc:spChg>
        <pc:spChg chg="add mod">
          <ac:chgData name="José Santana" userId="b6ed052fc1434c48" providerId="LiveId" clId="{74FBF6F9-BC50-40D1-9F96-C155D6A0375A}" dt="2026-07-05T18:41:57.957" v="289" actId="108"/>
          <ac:spMkLst>
            <pc:docMk/>
            <pc:sldMk cId="2971825622" sldId="256"/>
            <ac:spMk id="41" creationId="{82CD5F20-07EF-3943-6534-C11526DE6AC3}"/>
          </ac:spMkLst>
        </pc:spChg>
        <pc:spChg chg="add mod">
          <ac:chgData name="José Santana" userId="b6ed052fc1434c48" providerId="LiveId" clId="{74FBF6F9-BC50-40D1-9F96-C155D6A0375A}" dt="2026-07-05T19:05:51.591" v="316"/>
          <ac:spMkLst>
            <pc:docMk/>
            <pc:sldMk cId="2971825622" sldId="256"/>
            <ac:spMk id="43" creationId="{EB9C2129-DFFF-9125-4F1D-90069175B771}"/>
          </ac:spMkLst>
        </pc:spChg>
        <pc:picChg chg="add mod">
          <ac:chgData name="José Santana" userId="b6ed052fc1434c48" providerId="LiveId" clId="{74FBF6F9-BC50-40D1-9F96-C155D6A0375A}" dt="2026-07-05T18:34:36.200" v="174" actId="1076"/>
          <ac:picMkLst>
            <pc:docMk/>
            <pc:sldMk cId="2971825622" sldId="256"/>
            <ac:picMk id="34" creationId="{712304EC-8727-08E0-644F-D6A6F003A73D}"/>
          </ac:picMkLst>
        </pc:picChg>
        <pc:picChg chg="add del mod ord">
          <ac:chgData name="José Santana" userId="b6ed052fc1434c48" providerId="LiveId" clId="{74FBF6F9-BC50-40D1-9F96-C155D6A0375A}" dt="2026-07-05T19:05:47.810" v="314" actId="478"/>
          <ac:picMkLst>
            <pc:docMk/>
            <pc:sldMk cId="2971825622" sldId="256"/>
            <ac:picMk id="37" creationId="{B1D07E1A-1D7F-3A3E-C5DC-3F58F7ACE603}"/>
          </ac:picMkLst>
        </pc:picChg>
        <pc:picChg chg="add mod">
          <ac:chgData name="José Santana" userId="b6ed052fc1434c48" providerId="LiveId" clId="{74FBF6F9-BC50-40D1-9F96-C155D6A0375A}" dt="2026-07-05T19:05:51.591" v="316"/>
          <ac:picMkLst>
            <pc:docMk/>
            <pc:sldMk cId="2971825622" sldId="256"/>
            <ac:picMk id="42" creationId="{5476DE34-AA9D-06B7-01C5-76DDECB80610}"/>
          </ac:picMkLst>
        </pc:picChg>
      </pc:sldChg>
      <pc:sldChg chg="delSp modSp add del mod">
        <pc:chgData name="José Santana" userId="b6ed052fc1434c48" providerId="LiveId" clId="{74FBF6F9-BC50-40D1-9F96-C155D6A0375A}" dt="2026-07-05T19:06:05.635" v="317" actId="2696"/>
        <pc:sldMkLst>
          <pc:docMk/>
          <pc:sldMk cId="3011519025" sldId="257"/>
        </pc:sldMkLst>
        <pc:spChg chg="mod">
          <ac:chgData name="José Santana" userId="b6ed052fc1434c48" providerId="LiveId" clId="{74FBF6F9-BC50-40D1-9F96-C155D6A0375A}" dt="2026-07-05T13:20:02.352" v="135" actId="2085"/>
          <ac:spMkLst>
            <pc:docMk/>
            <pc:sldMk cId="3011519025" sldId="257"/>
            <ac:spMk id="5" creationId="{A008CB22-01F9-D627-8110-174D73C1E808}"/>
          </ac:spMkLst>
        </pc:spChg>
        <pc:spChg chg="del">
          <ac:chgData name="José Santana" userId="b6ed052fc1434c48" providerId="LiveId" clId="{74FBF6F9-BC50-40D1-9F96-C155D6A0375A}" dt="2026-07-05T13:19:51.659" v="133" actId="478"/>
          <ac:spMkLst>
            <pc:docMk/>
            <pc:sldMk cId="3011519025" sldId="257"/>
            <ac:spMk id="6" creationId="{29B41391-FBE0-D441-9BA9-FCD17DCE4FB7}"/>
          </ac:spMkLst>
        </pc:spChg>
        <pc:spChg chg="del">
          <ac:chgData name="José Santana" userId="b6ed052fc1434c48" providerId="LiveId" clId="{74FBF6F9-BC50-40D1-9F96-C155D6A0375A}" dt="2026-07-05T13:19:57.351" v="134" actId="478"/>
          <ac:spMkLst>
            <pc:docMk/>
            <pc:sldMk cId="3011519025" sldId="257"/>
            <ac:spMk id="7" creationId="{09388495-0DBE-F138-07BF-92726B53BE79}"/>
          </ac:spMkLst>
        </pc:spChg>
        <pc:spChg chg="del">
          <ac:chgData name="José Santana" userId="b6ed052fc1434c48" providerId="LiveId" clId="{74FBF6F9-BC50-40D1-9F96-C155D6A0375A}" dt="2026-07-05T13:19:51.659" v="133" actId="478"/>
          <ac:spMkLst>
            <pc:docMk/>
            <pc:sldMk cId="3011519025" sldId="257"/>
            <ac:spMk id="8" creationId="{987AAE81-E33E-7834-CAA7-B0A835EB4CF7}"/>
          </ac:spMkLst>
        </pc:spChg>
        <pc:spChg chg="del">
          <ac:chgData name="José Santana" userId="b6ed052fc1434c48" providerId="LiveId" clId="{74FBF6F9-BC50-40D1-9F96-C155D6A0375A}" dt="2026-07-05T13:19:51.659" v="133" actId="478"/>
          <ac:spMkLst>
            <pc:docMk/>
            <pc:sldMk cId="3011519025" sldId="257"/>
            <ac:spMk id="10" creationId="{67226819-7A65-3352-8C3B-C0CD9780793E}"/>
          </ac:spMkLst>
        </pc:spChg>
        <pc:spChg chg="del">
          <ac:chgData name="José Santana" userId="b6ed052fc1434c48" providerId="LiveId" clId="{74FBF6F9-BC50-40D1-9F96-C155D6A0375A}" dt="2026-07-05T13:19:51.659" v="133" actId="478"/>
          <ac:spMkLst>
            <pc:docMk/>
            <pc:sldMk cId="3011519025" sldId="257"/>
            <ac:spMk id="11" creationId="{0F290135-F2D7-0FD1-6071-5A3C9E6BE639}"/>
          </ac:spMkLst>
        </pc:spChg>
        <pc:spChg chg="del">
          <ac:chgData name="José Santana" userId="b6ed052fc1434c48" providerId="LiveId" clId="{74FBF6F9-BC50-40D1-9F96-C155D6A0375A}" dt="2026-07-05T13:19:51.659" v="133" actId="478"/>
          <ac:spMkLst>
            <pc:docMk/>
            <pc:sldMk cId="3011519025" sldId="257"/>
            <ac:spMk id="12" creationId="{66EF197F-8F76-F7ED-0BB4-9F6D6A0C157F}"/>
          </ac:spMkLst>
        </pc:spChg>
        <pc:spChg chg="del">
          <ac:chgData name="José Santana" userId="b6ed052fc1434c48" providerId="LiveId" clId="{74FBF6F9-BC50-40D1-9F96-C155D6A0375A}" dt="2026-07-05T13:19:51.659" v="133" actId="478"/>
          <ac:spMkLst>
            <pc:docMk/>
            <pc:sldMk cId="3011519025" sldId="257"/>
            <ac:spMk id="13" creationId="{B6D06BA4-27C5-B632-1812-C6EF6980F520}"/>
          </ac:spMkLst>
        </pc:spChg>
        <pc:spChg chg="del">
          <ac:chgData name="José Santana" userId="b6ed052fc1434c48" providerId="LiveId" clId="{74FBF6F9-BC50-40D1-9F96-C155D6A0375A}" dt="2026-07-05T13:19:51.659" v="133" actId="478"/>
          <ac:spMkLst>
            <pc:docMk/>
            <pc:sldMk cId="3011519025" sldId="257"/>
            <ac:spMk id="15" creationId="{11A200E7-2BA7-15AF-7B20-D1F3068AD1E4}"/>
          </ac:spMkLst>
        </pc:spChg>
        <pc:spChg chg="del">
          <ac:chgData name="José Santana" userId="b6ed052fc1434c48" providerId="LiveId" clId="{74FBF6F9-BC50-40D1-9F96-C155D6A0375A}" dt="2026-07-05T13:19:51.659" v="133" actId="478"/>
          <ac:spMkLst>
            <pc:docMk/>
            <pc:sldMk cId="3011519025" sldId="257"/>
            <ac:spMk id="16" creationId="{33D57025-6136-A99D-1150-70EA0A4EE124}"/>
          </ac:spMkLst>
        </pc:spChg>
        <pc:spChg chg="del">
          <ac:chgData name="José Santana" userId="b6ed052fc1434c48" providerId="LiveId" clId="{74FBF6F9-BC50-40D1-9F96-C155D6A0375A}" dt="2026-07-05T13:19:57.351" v="134" actId="478"/>
          <ac:spMkLst>
            <pc:docMk/>
            <pc:sldMk cId="3011519025" sldId="257"/>
            <ac:spMk id="17" creationId="{14483814-E0BB-6446-ED6C-A356BCA1DAF9}"/>
          </ac:spMkLst>
        </pc:spChg>
        <pc:spChg chg="del">
          <ac:chgData name="José Santana" userId="b6ed052fc1434c48" providerId="LiveId" clId="{74FBF6F9-BC50-40D1-9F96-C155D6A0375A}" dt="2026-07-05T13:19:57.351" v="134" actId="478"/>
          <ac:spMkLst>
            <pc:docMk/>
            <pc:sldMk cId="3011519025" sldId="257"/>
            <ac:spMk id="18" creationId="{1A448F42-55A8-0647-39FC-15161FD48E3B}"/>
          </ac:spMkLst>
        </pc:spChg>
        <pc:spChg chg="del">
          <ac:chgData name="José Santana" userId="b6ed052fc1434c48" providerId="LiveId" clId="{74FBF6F9-BC50-40D1-9F96-C155D6A0375A}" dt="2026-07-05T13:19:57.351" v="134" actId="478"/>
          <ac:spMkLst>
            <pc:docMk/>
            <pc:sldMk cId="3011519025" sldId="257"/>
            <ac:spMk id="19" creationId="{2D78830B-FE81-246E-8434-D71DB96FB0F4}"/>
          </ac:spMkLst>
        </pc:spChg>
        <pc:spChg chg="del">
          <ac:chgData name="José Santana" userId="b6ed052fc1434c48" providerId="LiveId" clId="{74FBF6F9-BC50-40D1-9F96-C155D6A0375A}" dt="2026-07-05T13:19:51.659" v="133" actId="478"/>
          <ac:spMkLst>
            <pc:docMk/>
            <pc:sldMk cId="3011519025" sldId="257"/>
            <ac:spMk id="20" creationId="{1B6F6F57-89BD-16A9-2715-D89994EC939D}"/>
          </ac:spMkLst>
        </pc:spChg>
      </pc:sldChg>
      <pc:sldChg chg="addSp delSp modSp add del mod">
        <pc:chgData name="José Santana" userId="b6ed052fc1434c48" providerId="LiveId" clId="{74FBF6F9-BC50-40D1-9F96-C155D6A0375A}" dt="2026-07-05T18:43:21.508" v="293" actId="2696"/>
        <pc:sldMkLst>
          <pc:docMk/>
          <pc:sldMk cId="976124302" sldId="258"/>
        </pc:sldMkLst>
        <pc:spChg chg="del">
          <ac:chgData name="José Santana" userId="b6ed052fc1434c48" providerId="LiveId" clId="{74FBF6F9-BC50-40D1-9F96-C155D6A0375A}" dt="2026-07-05T18:38:35.692" v="278" actId="478"/>
          <ac:spMkLst>
            <pc:docMk/>
            <pc:sldMk cId="976124302" sldId="258"/>
            <ac:spMk id="2" creationId="{6D9564F8-3319-5875-6D52-EE44E7F7D0F7}"/>
          </ac:spMkLst>
        </pc:spChg>
        <pc:spChg chg="add del">
          <ac:chgData name="José Santana" userId="b6ed052fc1434c48" providerId="LiveId" clId="{74FBF6F9-BC50-40D1-9F96-C155D6A0375A}" dt="2026-07-05T18:38:27.701" v="277" actId="478"/>
          <ac:spMkLst>
            <pc:docMk/>
            <pc:sldMk cId="976124302" sldId="258"/>
            <ac:spMk id="3" creationId="{778D30EF-F0D3-22B8-00F8-1664D90F4352}"/>
          </ac:spMkLst>
        </pc:spChg>
        <pc:spChg chg="del">
          <ac:chgData name="José Santana" userId="b6ed052fc1434c48" providerId="LiveId" clId="{74FBF6F9-BC50-40D1-9F96-C155D6A0375A}" dt="2026-07-05T18:38:46.526" v="280" actId="478"/>
          <ac:spMkLst>
            <pc:docMk/>
            <pc:sldMk cId="976124302" sldId="258"/>
            <ac:spMk id="6" creationId="{07DD7307-1CD5-0893-3743-8A584BC37988}"/>
          </ac:spMkLst>
        </pc:spChg>
        <pc:spChg chg="del">
          <ac:chgData name="José Santana" userId="b6ed052fc1434c48" providerId="LiveId" clId="{74FBF6F9-BC50-40D1-9F96-C155D6A0375A}" dt="2026-07-05T18:38:35.692" v="278" actId="478"/>
          <ac:spMkLst>
            <pc:docMk/>
            <pc:sldMk cId="976124302" sldId="258"/>
            <ac:spMk id="7" creationId="{F8C48259-1103-934E-7C60-F581948836FD}"/>
          </ac:spMkLst>
        </pc:spChg>
        <pc:spChg chg="add del">
          <ac:chgData name="José Santana" userId="b6ed052fc1434c48" providerId="LiveId" clId="{74FBF6F9-BC50-40D1-9F96-C155D6A0375A}" dt="2026-07-05T18:38:27.701" v="277" actId="478"/>
          <ac:spMkLst>
            <pc:docMk/>
            <pc:sldMk cId="976124302" sldId="258"/>
            <ac:spMk id="8" creationId="{7CC8FD11-3C62-7126-959B-4C6A8FE828DE}"/>
          </ac:spMkLst>
        </pc:spChg>
        <pc:spChg chg="add del">
          <ac:chgData name="José Santana" userId="b6ed052fc1434c48" providerId="LiveId" clId="{74FBF6F9-BC50-40D1-9F96-C155D6A0375A}" dt="2026-07-05T18:38:27.701" v="277" actId="478"/>
          <ac:spMkLst>
            <pc:docMk/>
            <pc:sldMk cId="976124302" sldId="258"/>
            <ac:spMk id="9" creationId="{1F8FD121-D112-C9BE-69B0-E250AA29F92D}"/>
          </ac:spMkLst>
        </pc:spChg>
        <pc:spChg chg="del">
          <ac:chgData name="José Santana" userId="b6ed052fc1434c48" providerId="LiveId" clId="{74FBF6F9-BC50-40D1-9F96-C155D6A0375A}" dt="2026-07-05T18:38:35.692" v="278" actId="478"/>
          <ac:spMkLst>
            <pc:docMk/>
            <pc:sldMk cId="976124302" sldId="258"/>
            <ac:spMk id="11" creationId="{4C4D5758-37C1-D406-681B-E22586EB3612}"/>
          </ac:spMkLst>
        </pc:spChg>
        <pc:spChg chg="add del">
          <ac:chgData name="José Santana" userId="b6ed052fc1434c48" providerId="LiveId" clId="{74FBF6F9-BC50-40D1-9F96-C155D6A0375A}" dt="2026-07-05T18:38:27.701" v="277" actId="478"/>
          <ac:spMkLst>
            <pc:docMk/>
            <pc:sldMk cId="976124302" sldId="258"/>
            <ac:spMk id="12" creationId="{FFFB6EE4-43F7-4AAB-6E0A-7A5AAAA28106}"/>
          </ac:spMkLst>
        </pc:spChg>
        <pc:spChg chg="del">
          <ac:chgData name="José Santana" userId="b6ed052fc1434c48" providerId="LiveId" clId="{74FBF6F9-BC50-40D1-9F96-C155D6A0375A}" dt="2026-07-05T18:38:43.020" v="279" actId="478"/>
          <ac:spMkLst>
            <pc:docMk/>
            <pc:sldMk cId="976124302" sldId="258"/>
            <ac:spMk id="13" creationId="{AC70A7F2-1097-75AE-E91C-57BC84DF7E94}"/>
          </ac:spMkLst>
        </pc:spChg>
        <pc:spChg chg="add del">
          <ac:chgData name="José Santana" userId="b6ed052fc1434c48" providerId="LiveId" clId="{74FBF6F9-BC50-40D1-9F96-C155D6A0375A}" dt="2026-07-05T18:38:27.701" v="277" actId="478"/>
          <ac:spMkLst>
            <pc:docMk/>
            <pc:sldMk cId="976124302" sldId="258"/>
            <ac:spMk id="14" creationId="{6D96C95A-D647-2B3D-F1D8-8F84EE42B0E9}"/>
          </ac:spMkLst>
        </pc:spChg>
        <pc:spChg chg="add del">
          <ac:chgData name="José Santana" userId="b6ed052fc1434c48" providerId="LiveId" clId="{74FBF6F9-BC50-40D1-9F96-C155D6A0375A}" dt="2026-07-05T18:38:27.701" v="277" actId="478"/>
          <ac:spMkLst>
            <pc:docMk/>
            <pc:sldMk cId="976124302" sldId="258"/>
            <ac:spMk id="15" creationId="{99ABEA2A-5840-33E2-DBC8-5B00292B6D0F}"/>
          </ac:spMkLst>
        </pc:spChg>
        <pc:spChg chg="del">
          <ac:chgData name="José Santana" userId="b6ed052fc1434c48" providerId="LiveId" clId="{74FBF6F9-BC50-40D1-9F96-C155D6A0375A}" dt="2026-07-05T18:38:35.692" v="278" actId="478"/>
          <ac:spMkLst>
            <pc:docMk/>
            <pc:sldMk cId="976124302" sldId="258"/>
            <ac:spMk id="16" creationId="{32F2FDA9-3E87-AD31-5479-079524C09EA2}"/>
          </ac:spMkLst>
        </pc:spChg>
        <pc:spChg chg="mod">
          <ac:chgData name="José Santana" userId="b6ed052fc1434c48" providerId="LiveId" clId="{74FBF6F9-BC50-40D1-9F96-C155D6A0375A}" dt="2026-07-05T18:41:37.732" v="282" actId="207"/>
          <ac:spMkLst>
            <pc:docMk/>
            <pc:sldMk cId="976124302" sldId="258"/>
            <ac:spMk id="32" creationId="{ED547E97-3F5F-F5F9-E471-62CE6123658D}"/>
          </ac:spMkLst>
        </pc:spChg>
        <pc:spChg chg="del">
          <ac:chgData name="José Santana" userId="b6ed052fc1434c48" providerId="LiveId" clId="{74FBF6F9-BC50-40D1-9F96-C155D6A0375A}" dt="2026-07-05T18:38:35.692" v="278" actId="478"/>
          <ac:spMkLst>
            <pc:docMk/>
            <pc:sldMk cId="976124302" sldId="258"/>
            <ac:spMk id="35" creationId="{BF683575-BD9C-AE8D-F363-3ED9E725EF50}"/>
          </ac:spMkLst>
        </pc:spChg>
        <pc:spChg chg="add del">
          <ac:chgData name="José Santana" userId="b6ed052fc1434c48" providerId="LiveId" clId="{74FBF6F9-BC50-40D1-9F96-C155D6A0375A}" dt="2026-07-05T18:38:25.879" v="276" actId="478"/>
          <ac:spMkLst>
            <pc:docMk/>
            <pc:sldMk cId="976124302" sldId="258"/>
            <ac:spMk id="38" creationId="{F9EC1851-DD7D-5FF3-22E4-AD28B31DE602}"/>
          </ac:spMkLst>
        </pc:spChg>
        <pc:spChg chg="mod">
          <ac:chgData name="José Santana" userId="b6ed052fc1434c48" providerId="LiveId" clId="{74FBF6F9-BC50-40D1-9F96-C155D6A0375A}" dt="2026-07-05T18:41:42.610" v="283" actId="108"/>
          <ac:spMkLst>
            <pc:docMk/>
            <pc:sldMk cId="976124302" sldId="258"/>
            <ac:spMk id="39" creationId="{DBDFB58D-FA34-8FEC-F556-23EF88068839}"/>
          </ac:spMkLst>
        </pc:spChg>
        <pc:spChg chg="mod">
          <ac:chgData name="José Santana" userId="b6ed052fc1434c48" providerId="LiveId" clId="{74FBF6F9-BC50-40D1-9F96-C155D6A0375A}" dt="2026-07-05T18:41:44.330" v="284" actId="108"/>
          <ac:spMkLst>
            <pc:docMk/>
            <pc:sldMk cId="976124302" sldId="258"/>
            <ac:spMk id="40" creationId="{E56E1C12-6B32-FD8C-D393-C8265FBDB7EC}"/>
          </ac:spMkLst>
        </pc:spChg>
        <pc:spChg chg="mod">
          <ac:chgData name="José Santana" userId="b6ed052fc1434c48" providerId="LiveId" clId="{74FBF6F9-BC50-40D1-9F96-C155D6A0375A}" dt="2026-07-05T18:41:45.982" v="285" actId="108"/>
          <ac:spMkLst>
            <pc:docMk/>
            <pc:sldMk cId="976124302" sldId="258"/>
            <ac:spMk id="41" creationId="{1A2B7517-AF2B-8C84-2B9F-5110F82C54E5}"/>
          </ac:spMkLst>
        </pc:spChg>
      </pc:sldChg>
      <pc:sldChg chg="addSp delSp modSp add mod">
        <pc:chgData name="José Santana" userId="b6ed052fc1434c48" providerId="LiveId" clId="{74FBF6F9-BC50-40D1-9F96-C155D6A0375A}" dt="2026-07-05T18:57:12.174" v="313" actId="1076"/>
        <pc:sldMkLst>
          <pc:docMk/>
          <pc:sldMk cId="1632991011" sldId="259"/>
        </pc:sldMkLst>
        <pc:spChg chg="del">
          <ac:chgData name="José Santana" userId="b6ed052fc1434c48" providerId="LiveId" clId="{74FBF6F9-BC50-40D1-9F96-C155D6A0375A}" dt="2026-07-05T18:43:31.541" v="294" actId="478"/>
          <ac:spMkLst>
            <pc:docMk/>
            <pc:sldMk cId="1632991011" sldId="259"/>
            <ac:spMk id="2" creationId="{91528FD1-E50B-EF79-0F60-F80657DB7664}"/>
          </ac:spMkLst>
        </pc:spChg>
        <pc:spChg chg="del">
          <ac:chgData name="José Santana" userId="b6ed052fc1434c48" providerId="LiveId" clId="{74FBF6F9-BC50-40D1-9F96-C155D6A0375A}" dt="2026-07-05T18:43:31.541" v="294" actId="478"/>
          <ac:spMkLst>
            <pc:docMk/>
            <pc:sldMk cId="1632991011" sldId="259"/>
            <ac:spMk id="3" creationId="{5DE55BC9-3D62-AC06-5D44-45F340091189}"/>
          </ac:spMkLst>
        </pc:spChg>
        <pc:spChg chg="del">
          <ac:chgData name="José Santana" userId="b6ed052fc1434c48" providerId="LiveId" clId="{74FBF6F9-BC50-40D1-9F96-C155D6A0375A}" dt="2026-07-05T18:43:52.676" v="295" actId="478"/>
          <ac:spMkLst>
            <pc:docMk/>
            <pc:sldMk cId="1632991011" sldId="259"/>
            <ac:spMk id="6" creationId="{AC870B1B-DC81-C0DC-CC64-5F2893E66419}"/>
          </ac:spMkLst>
        </pc:spChg>
        <pc:spChg chg="del">
          <ac:chgData name="José Santana" userId="b6ed052fc1434c48" providerId="LiveId" clId="{74FBF6F9-BC50-40D1-9F96-C155D6A0375A}" dt="2026-07-05T18:43:31.541" v="294" actId="478"/>
          <ac:spMkLst>
            <pc:docMk/>
            <pc:sldMk cId="1632991011" sldId="259"/>
            <ac:spMk id="7" creationId="{E80FAB04-BE26-363F-72AE-BC59C82B7E59}"/>
          </ac:spMkLst>
        </pc:spChg>
        <pc:spChg chg="del">
          <ac:chgData name="José Santana" userId="b6ed052fc1434c48" providerId="LiveId" clId="{74FBF6F9-BC50-40D1-9F96-C155D6A0375A}" dt="2026-07-05T18:43:31.541" v="294" actId="478"/>
          <ac:spMkLst>
            <pc:docMk/>
            <pc:sldMk cId="1632991011" sldId="259"/>
            <ac:spMk id="8" creationId="{B545CAEE-6F17-59C7-E2B3-328E02FD8118}"/>
          </ac:spMkLst>
        </pc:spChg>
        <pc:spChg chg="del">
          <ac:chgData name="José Santana" userId="b6ed052fc1434c48" providerId="LiveId" clId="{74FBF6F9-BC50-40D1-9F96-C155D6A0375A}" dt="2026-07-05T18:43:31.541" v="294" actId="478"/>
          <ac:spMkLst>
            <pc:docMk/>
            <pc:sldMk cId="1632991011" sldId="259"/>
            <ac:spMk id="9" creationId="{E836C2BA-56D7-F7DF-30EE-9F5360E82847}"/>
          </ac:spMkLst>
        </pc:spChg>
        <pc:spChg chg="del">
          <ac:chgData name="José Santana" userId="b6ed052fc1434c48" providerId="LiveId" clId="{74FBF6F9-BC50-40D1-9F96-C155D6A0375A}" dt="2026-07-05T18:43:57.988" v="296" actId="478"/>
          <ac:spMkLst>
            <pc:docMk/>
            <pc:sldMk cId="1632991011" sldId="259"/>
            <ac:spMk id="10" creationId="{62A6BE0E-87B5-D31C-D470-59F38C89DF52}"/>
          </ac:spMkLst>
        </pc:spChg>
        <pc:spChg chg="del">
          <ac:chgData name="José Santana" userId="b6ed052fc1434c48" providerId="LiveId" clId="{74FBF6F9-BC50-40D1-9F96-C155D6A0375A}" dt="2026-07-05T18:43:31.541" v="294" actId="478"/>
          <ac:spMkLst>
            <pc:docMk/>
            <pc:sldMk cId="1632991011" sldId="259"/>
            <ac:spMk id="11" creationId="{FD74DE4D-3553-99DD-BF29-8DB8084105B3}"/>
          </ac:spMkLst>
        </pc:spChg>
        <pc:spChg chg="del">
          <ac:chgData name="José Santana" userId="b6ed052fc1434c48" providerId="LiveId" clId="{74FBF6F9-BC50-40D1-9F96-C155D6A0375A}" dt="2026-07-05T18:43:31.541" v="294" actId="478"/>
          <ac:spMkLst>
            <pc:docMk/>
            <pc:sldMk cId="1632991011" sldId="259"/>
            <ac:spMk id="12" creationId="{28C037B8-65B6-D59D-70AA-2E300B361A0C}"/>
          </ac:spMkLst>
        </pc:spChg>
        <pc:spChg chg="del">
          <ac:chgData name="José Santana" userId="b6ed052fc1434c48" providerId="LiveId" clId="{74FBF6F9-BC50-40D1-9F96-C155D6A0375A}" dt="2026-07-05T18:43:52.676" v="295" actId="478"/>
          <ac:spMkLst>
            <pc:docMk/>
            <pc:sldMk cId="1632991011" sldId="259"/>
            <ac:spMk id="13" creationId="{8C04F187-C781-9BF0-47CB-2505119CC060}"/>
          </ac:spMkLst>
        </pc:spChg>
        <pc:spChg chg="del">
          <ac:chgData name="José Santana" userId="b6ed052fc1434c48" providerId="LiveId" clId="{74FBF6F9-BC50-40D1-9F96-C155D6A0375A}" dt="2026-07-05T18:43:31.541" v="294" actId="478"/>
          <ac:spMkLst>
            <pc:docMk/>
            <pc:sldMk cId="1632991011" sldId="259"/>
            <ac:spMk id="14" creationId="{54D75134-C633-B86F-ABD8-8336A21E1601}"/>
          </ac:spMkLst>
        </pc:spChg>
        <pc:spChg chg="del">
          <ac:chgData name="José Santana" userId="b6ed052fc1434c48" providerId="LiveId" clId="{74FBF6F9-BC50-40D1-9F96-C155D6A0375A}" dt="2026-07-05T18:43:57.988" v="296" actId="478"/>
          <ac:spMkLst>
            <pc:docMk/>
            <pc:sldMk cId="1632991011" sldId="259"/>
            <ac:spMk id="15" creationId="{0F03C44B-F648-67E3-D07E-AFB0EAE856D4}"/>
          </ac:spMkLst>
        </pc:spChg>
        <pc:spChg chg="del">
          <ac:chgData name="José Santana" userId="b6ed052fc1434c48" providerId="LiveId" clId="{74FBF6F9-BC50-40D1-9F96-C155D6A0375A}" dt="2026-07-05T18:43:52.676" v="295" actId="478"/>
          <ac:spMkLst>
            <pc:docMk/>
            <pc:sldMk cId="1632991011" sldId="259"/>
            <ac:spMk id="16" creationId="{6FE6BDA5-F0E0-5C33-DE2B-3F009AD0346E}"/>
          </ac:spMkLst>
        </pc:spChg>
        <pc:spChg chg="del">
          <ac:chgData name="José Santana" userId="b6ed052fc1434c48" providerId="LiveId" clId="{74FBF6F9-BC50-40D1-9F96-C155D6A0375A}" dt="2026-07-05T18:43:52.676" v="295" actId="478"/>
          <ac:spMkLst>
            <pc:docMk/>
            <pc:sldMk cId="1632991011" sldId="259"/>
            <ac:spMk id="17" creationId="{17755042-E3C4-4195-C5F5-C98B23224D15}"/>
          </ac:spMkLst>
        </pc:spChg>
        <pc:spChg chg="del">
          <ac:chgData name="José Santana" userId="b6ed052fc1434c48" providerId="LiveId" clId="{74FBF6F9-BC50-40D1-9F96-C155D6A0375A}" dt="2026-07-05T18:43:52.676" v="295" actId="478"/>
          <ac:spMkLst>
            <pc:docMk/>
            <pc:sldMk cId="1632991011" sldId="259"/>
            <ac:spMk id="18" creationId="{0416AF38-C2E5-95B2-E6D4-8D7CC26021FA}"/>
          </ac:spMkLst>
        </pc:spChg>
        <pc:spChg chg="del">
          <ac:chgData name="José Santana" userId="b6ed052fc1434c48" providerId="LiveId" clId="{74FBF6F9-BC50-40D1-9F96-C155D6A0375A}" dt="2026-07-05T18:43:57.988" v="296" actId="478"/>
          <ac:spMkLst>
            <pc:docMk/>
            <pc:sldMk cId="1632991011" sldId="259"/>
            <ac:spMk id="19" creationId="{5FF54ADB-FFF8-765B-E46E-88508E8B3B19}"/>
          </ac:spMkLst>
        </pc:spChg>
        <pc:spChg chg="del">
          <ac:chgData name="José Santana" userId="b6ed052fc1434c48" providerId="LiveId" clId="{74FBF6F9-BC50-40D1-9F96-C155D6A0375A}" dt="2026-07-05T18:43:57.988" v="296" actId="478"/>
          <ac:spMkLst>
            <pc:docMk/>
            <pc:sldMk cId="1632991011" sldId="259"/>
            <ac:spMk id="20" creationId="{965E1364-B945-A04A-546E-1B19BA967F9F}"/>
          </ac:spMkLst>
        </pc:spChg>
        <pc:spChg chg="mod">
          <ac:chgData name="José Santana" userId="b6ed052fc1434c48" providerId="LiveId" clId="{74FBF6F9-BC50-40D1-9F96-C155D6A0375A}" dt="2026-07-05T18:45:13.162" v="309" actId="1076"/>
          <ac:spMkLst>
            <pc:docMk/>
            <pc:sldMk cId="1632991011" sldId="259"/>
            <ac:spMk id="21" creationId="{98D3891B-0D7E-E869-96F1-7163EA6517D9}"/>
          </ac:spMkLst>
        </pc:spChg>
        <pc:spChg chg="mod">
          <ac:chgData name="José Santana" userId="b6ed052fc1434c48" providerId="LiveId" clId="{74FBF6F9-BC50-40D1-9F96-C155D6A0375A}" dt="2026-07-05T18:57:12.174" v="313" actId="1076"/>
          <ac:spMkLst>
            <pc:docMk/>
            <pc:sldMk cId="1632991011" sldId="259"/>
            <ac:spMk id="22" creationId="{8FBC6B82-9C7C-AFE5-CDA6-E467CBD16149}"/>
          </ac:spMkLst>
        </pc:spChg>
        <pc:spChg chg="add mod">
          <ac:chgData name="José Santana" userId="b6ed052fc1434c48" providerId="LiveId" clId="{74FBF6F9-BC50-40D1-9F96-C155D6A0375A}" dt="2026-07-05T18:44:55.749" v="307" actId="1076"/>
          <ac:spMkLst>
            <pc:docMk/>
            <pc:sldMk cId="1632991011" sldId="259"/>
            <ac:spMk id="23" creationId="{2C20962A-82A3-48F2-07C0-143F605A2E1D}"/>
          </ac:spMkLst>
        </pc:spChg>
        <pc:spChg chg="mod">
          <ac:chgData name="José Santana" userId="b6ed052fc1434c48" providerId="LiveId" clId="{74FBF6F9-BC50-40D1-9F96-C155D6A0375A}" dt="2026-07-05T18:45:13.162" v="309" actId="1076"/>
          <ac:spMkLst>
            <pc:docMk/>
            <pc:sldMk cId="1632991011" sldId="259"/>
            <ac:spMk id="24" creationId="{B5C56893-94C2-8CE3-1877-EA1DB73E13CB}"/>
          </ac:spMkLst>
        </pc:spChg>
        <pc:spChg chg="mod">
          <ac:chgData name="José Santana" userId="b6ed052fc1434c48" providerId="LiveId" clId="{74FBF6F9-BC50-40D1-9F96-C155D6A0375A}" dt="2026-07-05T18:45:13.162" v="309" actId="1076"/>
          <ac:spMkLst>
            <pc:docMk/>
            <pc:sldMk cId="1632991011" sldId="259"/>
            <ac:spMk id="25" creationId="{5F083852-B48E-E192-83DF-805ACF9F6E07}"/>
          </ac:spMkLst>
        </pc:spChg>
        <pc:spChg chg="mod">
          <ac:chgData name="José Santana" userId="b6ed052fc1434c48" providerId="LiveId" clId="{74FBF6F9-BC50-40D1-9F96-C155D6A0375A}" dt="2026-07-05T18:45:13.162" v="309" actId="1076"/>
          <ac:spMkLst>
            <pc:docMk/>
            <pc:sldMk cId="1632991011" sldId="259"/>
            <ac:spMk id="26" creationId="{CAAA4DB9-3F4A-8FB1-2D09-1ABE3ACD2919}"/>
          </ac:spMkLst>
        </pc:spChg>
        <pc:spChg chg="mod">
          <ac:chgData name="José Santana" userId="b6ed052fc1434c48" providerId="LiveId" clId="{74FBF6F9-BC50-40D1-9F96-C155D6A0375A}" dt="2026-07-05T18:44:10.640" v="297" actId="14861"/>
          <ac:spMkLst>
            <pc:docMk/>
            <pc:sldMk cId="1632991011" sldId="259"/>
            <ac:spMk id="27" creationId="{A9160D76-A0F4-B4FE-341E-1141ACD7C210}"/>
          </ac:spMkLst>
        </pc:spChg>
        <pc:spChg chg="mod">
          <ac:chgData name="José Santana" userId="b6ed052fc1434c48" providerId="LiveId" clId="{74FBF6F9-BC50-40D1-9F96-C155D6A0375A}" dt="2026-07-05T18:45:13.162" v="309" actId="1076"/>
          <ac:spMkLst>
            <pc:docMk/>
            <pc:sldMk cId="1632991011" sldId="259"/>
            <ac:spMk id="28" creationId="{50EFEBD4-32BE-EDA0-BB0B-7E271C414EF1}"/>
          </ac:spMkLst>
        </pc:spChg>
        <pc:spChg chg="mod">
          <ac:chgData name="José Santana" userId="b6ed052fc1434c48" providerId="LiveId" clId="{74FBF6F9-BC50-40D1-9F96-C155D6A0375A}" dt="2026-07-05T18:44:10.640" v="297" actId="14861"/>
          <ac:spMkLst>
            <pc:docMk/>
            <pc:sldMk cId="1632991011" sldId="259"/>
            <ac:spMk id="29" creationId="{6C6C86FE-DE10-9BD4-8003-4AC6FA642FE5}"/>
          </ac:spMkLst>
        </pc:spChg>
        <pc:spChg chg="mod">
          <ac:chgData name="José Santana" userId="b6ed052fc1434c48" providerId="LiveId" clId="{74FBF6F9-BC50-40D1-9F96-C155D6A0375A}" dt="2026-07-05T18:45:13.162" v="309" actId="1076"/>
          <ac:spMkLst>
            <pc:docMk/>
            <pc:sldMk cId="1632991011" sldId="259"/>
            <ac:spMk id="30" creationId="{5377030F-C562-0791-B31C-01C5478F6F33}"/>
          </ac:spMkLst>
        </pc:spChg>
        <pc:spChg chg="mod">
          <ac:chgData name="José Santana" userId="b6ed052fc1434c48" providerId="LiveId" clId="{74FBF6F9-BC50-40D1-9F96-C155D6A0375A}" dt="2026-07-05T18:45:13.162" v="309" actId="1076"/>
          <ac:spMkLst>
            <pc:docMk/>
            <pc:sldMk cId="1632991011" sldId="259"/>
            <ac:spMk id="31" creationId="{9BFC64DD-7633-2135-885F-E0CF3055A59B}"/>
          </ac:spMkLst>
        </pc:spChg>
        <pc:spChg chg="del">
          <ac:chgData name="José Santana" userId="b6ed052fc1434c48" providerId="LiveId" clId="{74FBF6F9-BC50-40D1-9F96-C155D6A0375A}" dt="2026-07-05T18:43:52.676" v="295" actId="478"/>
          <ac:spMkLst>
            <pc:docMk/>
            <pc:sldMk cId="1632991011" sldId="259"/>
            <ac:spMk id="35" creationId="{79B52030-B320-2988-6E87-9052029E493B}"/>
          </ac:spMkLst>
        </pc:spChg>
        <pc:spChg chg="mod">
          <ac:chgData name="José Santana" userId="b6ed052fc1434c48" providerId="LiveId" clId="{74FBF6F9-BC50-40D1-9F96-C155D6A0375A}" dt="2026-07-05T18:45:13.162" v="309" actId="1076"/>
          <ac:spMkLst>
            <pc:docMk/>
            <pc:sldMk cId="1632991011" sldId="259"/>
            <ac:spMk id="38" creationId="{18614EEF-B52E-9885-CA6A-7FC3AE614113}"/>
          </ac:spMkLst>
        </pc:spChg>
        <pc:spChg chg="mod">
          <ac:chgData name="José Santana" userId="b6ed052fc1434c48" providerId="LiveId" clId="{74FBF6F9-BC50-40D1-9F96-C155D6A0375A}" dt="2026-07-05T18:45:13.162" v="309" actId="1076"/>
          <ac:spMkLst>
            <pc:docMk/>
            <pc:sldMk cId="1632991011" sldId="259"/>
            <ac:spMk id="39" creationId="{C8469CAD-FDDC-E4D4-F1FC-45D38522D723}"/>
          </ac:spMkLst>
        </pc:spChg>
        <pc:picChg chg="mod">
          <ac:chgData name="José Santana" userId="b6ed052fc1434c48" providerId="LiveId" clId="{74FBF6F9-BC50-40D1-9F96-C155D6A0375A}" dt="2026-07-05T18:44:51.982" v="306" actId="1076"/>
          <ac:picMkLst>
            <pc:docMk/>
            <pc:sldMk cId="1632991011" sldId="259"/>
            <ac:picMk id="37" creationId="{AB53C3CB-A4D5-9DC6-AC59-78E07D0F821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29D14-4C59-2CDB-3C05-50A91CAF2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41A961-DD64-9C39-4770-BEFA5E1D1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EB9E6D-61BA-8DD9-73B9-B0ECD52A9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D708-3ADC-4895-97E9-3DDAB9C850D1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72D697-DD3D-A719-BEA8-DBD779CC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A83F7-B681-5479-1A7B-6D2ED490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C712-C9B9-4335-B74D-89177D137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11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65EEE-59A0-A63D-4C8C-534DF2089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AEB8F2-F1EC-BB60-4E13-3D9FA03EC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07FA77-BBB2-3F87-A893-6A8FD1EDC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D708-3ADC-4895-97E9-3DDAB9C850D1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82437D-1FD5-461F-B13A-9DA94FDCE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891B2-129D-3E09-E3B9-676E52C7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C712-C9B9-4335-B74D-89177D137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36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56596-00ED-9045-82CD-E6475CB6A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D5936C-2465-CB79-CEDC-FB809ED61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CD47E1-0E3F-1305-B497-C3765E294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D708-3ADC-4895-97E9-3DDAB9C850D1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7A202A-16A8-CC5E-F4F4-8FC60DD8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342529-3A1F-CEFC-E245-8ACCCC9A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C712-C9B9-4335-B74D-89177D137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2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8DA4C-0245-3795-4D0C-CED4FFEB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7F603D-1967-D899-02F3-8329CD6C8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664C54-E1CA-341F-9497-2ABAEF919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681BEF-26DF-49FE-29D6-CB64B21F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D708-3ADC-4895-97E9-3DDAB9C850D1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21A03B-0833-3A8F-AE35-AED017DE8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7CDF77-27D6-9638-233B-50549DA6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C712-C9B9-4335-B74D-89177D137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8335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94AA7-1BB0-8888-DF62-6C1912A57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F8E342-9CF7-A7C0-43E7-3A3DF973E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945CF7-3B0F-65FE-9E3A-BEA8D10DC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C44984-38CA-E412-69B0-AFFA60EF8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D2ED27-12D9-3B89-C907-E9D8283CF4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A0DB1CC-A023-55AA-BA88-7B67BE43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D708-3ADC-4895-97E9-3DDAB9C850D1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AF95AE2-E3C3-FFB0-8EC8-F2844385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8B7893-F7B0-30CE-3673-33DED65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C712-C9B9-4335-B74D-89177D137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3628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15637-3B39-A1A1-8FFC-747CB100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6528C6-ACEC-45E9-D432-324D039B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D708-3ADC-4895-97E9-3DDAB9C850D1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FB1CDB-8E5C-2A87-B8DE-7515EB273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585715-2BBB-B11A-F52F-FD4AA770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C712-C9B9-4335-B74D-89177D137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71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58C3A1-1FBC-1093-E418-ED53E14E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D708-3ADC-4895-97E9-3DDAB9C850D1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92AB1F0-3907-6A6C-6EDD-FD0C233EE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2E739A-FA0E-FCFE-6313-8DFEE037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C712-C9B9-4335-B74D-89177D137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83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C7CB0-E553-7644-516E-E38BD084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463566-36DD-2C06-2A0A-25B67732C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8122FA-6175-E593-E749-25FADAB1C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6AD362-5B0B-1780-429B-B7C89F32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D708-3ADC-4895-97E9-3DDAB9C850D1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9D3C0B-18E0-5326-AA5A-1F8EB809E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289358-6BE4-33DA-593C-4C941495C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C712-C9B9-4335-B74D-89177D137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66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1963F-6CBF-6A9D-7585-EE600F0C7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3BE8C4-FC12-5BD4-2A2B-E63EE1549B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4F4CF6-CAFB-BF86-259C-8774F08BF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9235BD-CFA8-E485-5504-5EB5C542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D708-3ADC-4895-97E9-3DDAB9C850D1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EA40EB-F7D2-D84E-447A-0D27D01C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17B3BE-3C3A-228C-9208-B180317A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C712-C9B9-4335-B74D-89177D137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85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96A2F-0762-D85D-3F40-69E246B1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7A035F-4C11-83E1-CB82-3EA9E6A7E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DD0C9B-9E54-7957-686E-2454D829D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D708-3ADC-4895-97E9-3DDAB9C850D1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E4458D-B377-568E-7810-A43D69B52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DA6993-3DDD-CBFB-8929-1A2644D0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C712-C9B9-4335-B74D-89177D137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459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FFA148-C0E6-11BF-8BD5-4A4A2FFEE9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9CDD6F-8914-19F5-FB53-3A84BC1A3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DAF7E3-D401-2C62-C638-77F64225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D708-3ADC-4895-97E9-3DDAB9C850D1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AA180C-D3C8-2EBD-7BED-8CBCC9E0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9ADCFB-6324-5F4F-3798-9D42687D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C712-C9B9-4335-B74D-89177D137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522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AE94748-37D4-7741-644C-5771DEBA1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48E117-A250-26F3-5B40-EEE6DB41B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5513A0-332D-2AC0-E208-7C51F58EC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9D708-3ADC-4895-97E9-3DDAB9C850D1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8E0CC7-B375-D6FE-FC57-FB91BE5DD2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9C9BFD-BF1A-12BF-84CD-7D4E3A420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0C712-C9B9-4335-B74D-89177D1376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41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F88292-C4AE-6DFB-DF9A-81908425C3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19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7F5BB59-CC17-393E-C54D-F7E669883156}"/>
              </a:ext>
            </a:extLst>
          </p:cNvPr>
          <p:cNvSpPr/>
          <p:nvPr/>
        </p:nvSpPr>
        <p:spPr>
          <a:xfrm>
            <a:off x="0" y="0"/>
            <a:ext cx="2344847" cy="6858000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F12A51D-8568-1D6F-DB93-2B64F566C2AD}"/>
              </a:ext>
            </a:extLst>
          </p:cNvPr>
          <p:cNvSpPr/>
          <p:nvPr/>
        </p:nvSpPr>
        <p:spPr>
          <a:xfrm>
            <a:off x="-1" y="-1"/>
            <a:ext cx="12192001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F2678CB-DA2B-5136-4530-1A5653FEBA52}"/>
              </a:ext>
            </a:extLst>
          </p:cNvPr>
          <p:cNvSpPr/>
          <p:nvPr/>
        </p:nvSpPr>
        <p:spPr>
          <a:xfrm>
            <a:off x="-2" y="6678000"/>
            <a:ext cx="12192001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6CCBA33-366A-D740-66B5-484D7ABC0439}"/>
              </a:ext>
            </a:extLst>
          </p:cNvPr>
          <p:cNvSpPr/>
          <p:nvPr/>
        </p:nvSpPr>
        <p:spPr>
          <a:xfrm rot="16200000">
            <a:off x="-3339001" y="3339000"/>
            <a:ext cx="6858003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DBC1A4-C52E-83C8-9DC0-9889A6F0872E}"/>
              </a:ext>
            </a:extLst>
          </p:cNvPr>
          <p:cNvSpPr/>
          <p:nvPr/>
        </p:nvSpPr>
        <p:spPr>
          <a:xfrm rot="16200000">
            <a:off x="8672993" y="3338994"/>
            <a:ext cx="6858012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CB02E5B-C1EE-EA27-59EB-E4A02B488E37}"/>
              </a:ext>
            </a:extLst>
          </p:cNvPr>
          <p:cNvSpPr/>
          <p:nvPr/>
        </p:nvSpPr>
        <p:spPr>
          <a:xfrm rot="16200000">
            <a:off x="-994153" y="3338996"/>
            <a:ext cx="6858001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D50AE14-1106-0D21-D6BC-AD05A724670A}"/>
              </a:ext>
            </a:extLst>
          </p:cNvPr>
          <p:cNvSpPr/>
          <p:nvPr/>
        </p:nvSpPr>
        <p:spPr>
          <a:xfrm rot="16200000">
            <a:off x="-1174159" y="3338994"/>
            <a:ext cx="6858009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EFE83AC-197D-DDCD-E8D1-8391CFBCFE54}"/>
              </a:ext>
            </a:extLst>
          </p:cNvPr>
          <p:cNvSpPr/>
          <p:nvPr/>
        </p:nvSpPr>
        <p:spPr>
          <a:xfrm>
            <a:off x="2164844" y="981611"/>
            <a:ext cx="10027157" cy="1802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7E353BF-B3AA-87BB-2D80-96D2D6BC7F02}"/>
              </a:ext>
            </a:extLst>
          </p:cNvPr>
          <p:cNvSpPr/>
          <p:nvPr/>
        </p:nvSpPr>
        <p:spPr>
          <a:xfrm>
            <a:off x="2164844" y="3953040"/>
            <a:ext cx="10027154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848A244-8691-A5B5-264C-368116754251}"/>
              </a:ext>
            </a:extLst>
          </p:cNvPr>
          <p:cNvSpPr/>
          <p:nvPr/>
        </p:nvSpPr>
        <p:spPr>
          <a:xfrm rot="16200000">
            <a:off x="4453464" y="3953038"/>
            <a:ext cx="562992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7F2B35A-8E45-1A69-EEBC-B55DE85A5FE9}"/>
              </a:ext>
            </a:extLst>
          </p:cNvPr>
          <p:cNvSpPr/>
          <p:nvPr/>
        </p:nvSpPr>
        <p:spPr>
          <a:xfrm rot="16200000">
            <a:off x="3679946" y="629749"/>
            <a:ext cx="1376661" cy="18000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3282830-4682-513C-3BD4-C647FEF1F8AE}"/>
              </a:ext>
            </a:extLst>
          </p:cNvPr>
          <p:cNvSpPr/>
          <p:nvPr/>
        </p:nvSpPr>
        <p:spPr>
          <a:xfrm rot="16200000">
            <a:off x="5613377" y="629749"/>
            <a:ext cx="1376661" cy="18000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F6C5A4A-E368-141D-1A27-A8CE4B7F0E37}"/>
              </a:ext>
            </a:extLst>
          </p:cNvPr>
          <p:cNvSpPr/>
          <p:nvPr/>
        </p:nvSpPr>
        <p:spPr>
          <a:xfrm rot="16200000">
            <a:off x="7546808" y="630017"/>
            <a:ext cx="1376661" cy="18000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51542CC-C272-8804-ACBC-3F66463E048A}"/>
              </a:ext>
            </a:extLst>
          </p:cNvPr>
          <p:cNvSpPr/>
          <p:nvPr/>
        </p:nvSpPr>
        <p:spPr>
          <a:xfrm rot="16200000">
            <a:off x="9480239" y="598327"/>
            <a:ext cx="1376661" cy="18000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984885FB-80E2-5EFB-D68C-84894E2B25E2}"/>
              </a:ext>
            </a:extLst>
          </p:cNvPr>
          <p:cNvSpPr/>
          <p:nvPr/>
        </p:nvSpPr>
        <p:spPr>
          <a:xfrm>
            <a:off x="2524848" y="1408079"/>
            <a:ext cx="4563572" cy="2544692"/>
          </a:xfrm>
          <a:prstGeom prst="roundRect">
            <a:avLst>
              <a:gd name="adj" fmla="val 421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A731B85-F0CE-CCC1-150E-450924116816}"/>
              </a:ext>
            </a:extLst>
          </p:cNvPr>
          <p:cNvSpPr/>
          <p:nvPr/>
        </p:nvSpPr>
        <p:spPr>
          <a:xfrm>
            <a:off x="2536502" y="1161879"/>
            <a:ext cx="4641918" cy="2795844"/>
          </a:xfrm>
          <a:prstGeom prst="roundRect">
            <a:avLst>
              <a:gd name="adj" fmla="val 7098"/>
            </a:avLst>
          </a:prstGeom>
          <a:solidFill>
            <a:srgbClr val="E6D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18012EC-81AB-A58D-3899-F9C41547ED2D}"/>
              </a:ext>
            </a:extLst>
          </p:cNvPr>
          <p:cNvSpPr/>
          <p:nvPr/>
        </p:nvSpPr>
        <p:spPr>
          <a:xfrm>
            <a:off x="7370079" y="1161879"/>
            <a:ext cx="4641918" cy="2795844"/>
          </a:xfrm>
          <a:prstGeom prst="roundRect">
            <a:avLst>
              <a:gd name="adj" fmla="val 7098"/>
            </a:avLst>
          </a:prstGeom>
          <a:solidFill>
            <a:srgbClr val="E6D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905010C9-C24C-A160-6E75-24925EE23E01}"/>
              </a:ext>
            </a:extLst>
          </p:cNvPr>
          <p:cNvSpPr/>
          <p:nvPr/>
        </p:nvSpPr>
        <p:spPr>
          <a:xfrm>
            <a:off x="2536502" y="4123137"/>
            <a:ext cx="4641918" cy="2554594"/>
          </a:xfrm>
          <a:prstGeom prst="roundRect">
            <a:avLst>
              <a:gd name="adj" fmla="val 7098"/>
            </a:avLst>
          </a:prstGeom>
          <a:solidFill>
            <a:srgbClr val="E6D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F2A7C96-4A4A-2A34-C7A1-D4D5DF6C3676}"/>
              </a:ext>
            </a:extLst>
          </p:cNvPr>
          <p:cNvSpPr/>
          <p:nvPr/>
        </p:nvSpPr>
        <p:spPr>
          <a:xfrm>
            <a:off x="7358425" y="4123137"/>
            <a:ext cx="4641918" cy="2554594"/>
          </a:xfrm>
          <a:prstGeom prst="roundRect">
            <a:avLst>
              <a:gd name="adj" fmla="val 7098"/>
            </a:avLst>
          </a:prstGeom>
          <a:solidFill>
            <a:srgbClr val="E6D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A1E8114-5BCC-C0CD-B92B-BF0DD35B17EE}"/>
              </a:ext>
            </a:extLst>
          </p:cNvPr>
          <p:cNvSpPr/>
          <p:nvPr/>
        </p:nvSpPr>
        <p:spPr>
          <a:xfrm>
            <a:off x="2524850" y="170095"/>
            <a:ext cx="1753424" cy="816734"/>
          </a:xfrm>
          <a:prstGeom prst="roundRect">
            <a:avLst>
              <a:gd name="adj" fmla="val 7098"/>
            </a:avLst>
          </a:prstGeom>
          <a:solidFill>
            <a:srgbClr val="FFEB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168366D-6430-FCA1-0358-4586DB66F7C5}"/>
              </a:ext>
            </a:extLst>
          </p:cNvPr>
          <p:cNvSpPr/>
          <p:nvPr/>
        </p:nvSpPr>
        <p:spPr>
          <a:xfrm>
            <a:off x="4458281" y="170094"/>
            <a:ext cx="1753424" cy="811517"/>
          </a:xfrm>
          <a:prstGeom prst="roundRect">
            <a:avLst>
              <a:gd name="adj" fmla="val 7098"/>
            </a:avLst>
          </a:prstGeom>
          <a:solidFill>
            <a:srgbClr val="FFEB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F2E95482-07FE-F9FF-C3D1-BA8C288E1F7E}"/>
              </a:ext>
            </a:extLst>
          </p:cNvPr>
          <p:cNvSpPr/>
          <p:nvPr/>
        </p:nvSpPr>
        <p:spPr>
          <a:xfrm>
            <a:off x="10258573" y="170094"/>
            <a:ext cx="1753424" cy="811517"/>
          </a:xfrm>
          <a:prstGeom prst="roundRect">
            <a:avLst>
              <a:gd name="adj" fmla="val 7098"/>
            </a:avLst>
          </a:prstGeom>
          <a:solidFill>
            <a:srgbClr val="FFEB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2C43D590-D6A5-409E-5A52-3B40DD72E3BB}"/>
              </a:ext>
            </a:extLst>
          </p:cNvPr>
          <p:cNvSpPr/>
          <p:nvPr/>
        </p:nvSpPr>
        <p:spPr>
          <a:xfrm>
            <a:off x="6391712" y="170094"/>
            <a:ext cx="1753424" cy="811517"/>
          </a:xfrm>
          <a:prstGeom prst="roundRect">
            <a:avLst>
              <a:gd name="adj" fmla="val 7098"/>
            </a:avLst>
          </a:prstGeom>
          <a:solidFill>
            <a:srgbClr val="FFEB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D00D840-E8D7-06EE-9CE2-94C3FDB88692}"/>
              </a:ext>
            </a:extLst>
          </p:cNvPr>
          <p:cNvSpPr/>
          <p:nvPr/>
        </p:nvSpPr>
        <p:spPr>
          <a:xfrm>
            <a:off x="8325143" y="170094"/>
            <a:ext cx="1753424" cy="811517"/>
          </a:xfrm>
          <a:prstGeom prst="roundRect">
            <a:avLst>
              <a:gd name="adj" fmla="val 7098"/>
            </a:avLst>
          </a:prstGeom>
          <a:solidFill>
            <a:srgbClr val="FFEB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4A96FB2-05D6-502A-0670-DBB58CF6556B}"/>
              </a:ext>
            </a:extLst>
          </p:cNvPr>
          <p:cNvSpPr/>
          <p:nvPr/>
        </p:nvSpPr>
        <p:spPr>
          <a:xfrm>
            <a:off x="-11657" y="5612549"/>
            <a:ext cx="2524848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2392150-93DC-1D4C-2CCD-3A16DA74E36B}"/>
              </a:ext>
            </a:extLst>
          </p:cNvPr>
          <p:cNvSpPr/>
          <p:nvPr/>
        </p:nvSpPr>
        <p:spPr>
          <a:xfrm>
            <a:off x="24694" y="4547097"/>
            <a:ext cx="2524848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215EBDF-E81D-3A54-1BB6-95B75833997D}"/>
              </a:ext>
            </a:extLst>
          </p:cNvPr>
          <p:cNvSpPr/>
          <p:nvPr/>
        </p:nvSpPr>
        <p:spPr>
          <a:xfrm>
            <a:off x="11650" y="3481645"/>
            <a:ext cx="2524848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228AA2D-0E8F-0166-827C-F0ED7F480387}"/>
              </a:ext>
            </a:extLst>
          </p:cNvPr>
          <p:cNvSpPr/>
          <p:nvPr/>
        </p:nvSpPr>
        <p:spPr>
          <a:xfrm>
            <a:off x="11650" y="2416193"/>
            <a:ext cx="2524848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13D1417-BD35-DB7E-73C1-827D17EC9F45}"/>
              </a:ext>
            </a:extLst>
          </p:cNvPr>
          <p:cNvSpPr/>
          <p:nvPr/>
        </p:nvSpPr>
        <p:spPr>
          <a:xfrm>
            <a:off x="169294" y="2613508"/>
            <a:ext cx="1983894" cy="868135"/>
          </a:xfrm>
          <a:prstGeom prst="roundRect">
            <a:avLst/>
          </a:prstGeom>
          <a:solidFill>
            <a:srgbClr val="3B1E0A"/>
          </a:solidFill>
          <a:ln>
            <a:solidFill>
              <a:srgbClr val="C89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712304EC-8727-08E0-644F-D6A6F003A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7" y="-127159"/>
            <a:ext cx="2344846" cy="2344846"/>
          </a:xfrm>
          <a:prstGeom prst="rect">
            <a:avLst/>
          </a:prstGeom>
        </p:spPr>
      </p:pic>
      <p:sp>
        <p:nvSpPr>
          <p:cNvPr id="35" name="Retângulo 34">
            <a:extLst>
              <a:ext uri="{FF2B5EF4-FFF2-40B4-BE49-F238E27FC236}">
                <a16:creationId xmlns:a16="http://schemas.microsoft.com/office/drawing/2014/main" id="{BEDB69DE-B0F6-D4A4-3AD2-001DE9AD4B8F}"/>
              </a:ext>
            </a:extLst>
          </p:cNvPr>
          <p:cNvSpPr/>
          <p:nvPr/>
        </p:nvSpPr>
        <p:spPr>
          <a:xfrm>
            <a:off x="0" y="1698441"/>
            <a:ext cx="2524848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D91BEA76-B3DD-02D7-0B82-3777DC2375CC}"/>
              </a:ext>
            </a:extLst>
          </p:cNvPr>
          <p:cNvSpPr/>
          <p:nvPr/>
        </p:nvSpPr>
        <p:spPr>
          <a:xfrm>
            <a:off x="191656" y="1870714"/>
            <a:ext cx="1973186" cy="544288"/>
          </a:xfrm>
          <a:prstGeom prst="roundRect">
            <a:avLst/>
          </a:prstGeom>
          <a:solidFill>
            <a:srgbClr val="F5E1C8"/>
          </a:solidFill>
          <a:ln>
            <a:solidFill>
              <a:srgbClr val="C89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AB8F133-C274-F11B-8EAE-B361436C5F5C}"/>
              </a:ext>
            </a:extLst>
          </p:cNvPr>
          <p:cNvSpPr/>
          <p:nvPr/>
        </p:nvSpPr>
        <p:spPr>
          <a:xfrm>
            <a:off x="180946" y="3670303"/>
            <a:ext cx="1983894" cy="868135"/>
          </a:xfrm>
          <a:prstGeom prst="roundRect">
            <a:avLst/>
          </a:prstGeom>
          <a:solidFill>
            <a:srgbClr val="3B1E0A"/>
          </a:solidFill>
          <a:ln>
            <a:solidFill>
              <a:srgbClr val="C89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568F4C6-1148-751B-9F51-7CA27A736080}"/>
              </a:ext>
            </a:extLst>
          </p:cNvPr>
          <p:cNvSpPr/>
          <p:nvPr/>
        </p:nvSpPr>
        <p:spPr>
          <a:xfrm>
            <a:off x="168819" y="4725491"/>
            <a:ext cx="1983894" cy="868135"/>
          </a:xfrm>
          <a:prstGeom prst="roundRect">
            <a:avLst/>
          </a:prstGeom>
          <a:solidFill>
            <a:srgbClr val="3B1E0A"/>
          </a:solidFill>
          <a:ln>
            <a:solidFill>
              <a:srgbClr val="C89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82CD5F20-07EF-3943-6534-C11526DE6AC3}"/>
              </a:ext>
            </a:extLst>
          </p:cNvPr>
          <p:cNvSpPr/>
          <p:nvPr/>
        </p:nvSpPr>
        <p:spPr>
          <a:xfrm>
            <a:off x="168819" y="5809864"/>
            <a:ext cx="1983894" cy="868135"/>
          </a:xfrm>
          <a:prstGeom prst="roundRect">
            <a:avLst/>
          </a:prstGeom>
          <a:solidFill>
            <a:srgbClr val="3B1E0A"/>
          </a:solidFill>
          <a:ln>
            <a:solidFill>
              <a:srgbClr val="C89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5476DE34-AA9D-06B7-01C5-76DDECB80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83" y="1953567"/>
            <a:ext cx="402037" cy="402037"/>
          </a:xfrm>
          <a:prstGeom prst="rect">
            <a:avLst/>
          </a:prstGeom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EB9C2129-DFFF-9125-4F1D-90069175B771}"/>
              </a:ext>
            </a:extLst>
          </p:cNvPr>
          <p:cNvSpPr txBox="1"/>
          <p:nvPr/>
        </p:nvSpPr>
        <p:spPr>
          <a:xfrm>
            <a:off x="884861" y="1951005"/>
            <a:ext cx="917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Filtros</a:t>
            </a:r>
          </a:p>
        </p:txBody>
      </p:sp>
    </p:spTree>
    <p:extLst>
      <p:ext uri="{BB962C8B-B14F-4D97-AF65-F5344CB8AC3E}">
        <p14:creationId xmlns:p14="http://schemas.microsoft.com/office/powerpoint/2010/main" val="2971825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136B1-6D52-5DB3-1C44-97AD19248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ABE716F-34F7-7905-0C2B-908B12C41E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19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B1AFF2E-06CE-C395-DF3F-D10A28E6EEB4}"/>
              </a:ext>
            </a:extLst>
          </p:cNvPr>
          <p:cNvSpPr/>
          <p:nvPr/>
        </p:nvSpPr>
        <p:spPr>
          <a:xfrm>
            <a:off x="0" y="0"/>
            <a:ext cx="2344847" cy="6858000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98D3891B-0D7E-E869-96F1-7163EA6517D9}"/>
              </a:ext>
            </a:extLst>
          </p:cNvPr>
          <p:cNvSpPr/>
          <p:nvPr/>
        </p:nvSpPr>
        <p:spPr>
          <a:xfrm>
            <a:off x="2524848" y="1408079"/>
            <a:ext cx="4563572" cy="2544692"/>
          </a:xfrm>
          <a:prstGeom prst="roundRect">
            <a:avLst>
              <a:gd name="adj" fmla="val 421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FBC6B82-9C7C-AFE5-CDA6-E467CBD16149}"/>
              </a:ext>
            </a:extLst>
          </p:cNvPr>
          <p:cNvSpPr/>
          <p:nvPr/>
        </p:nvSpPr>
        <p:spPr>
          <a:xfrm>
            <a:off x="2536502" y="1161879"/>
            <a:ext cx="4641918" cy="2795844"/>
          </a:xfrm>
          <a:prstGeom prst="roundRect">
            <a:avLst>
              <a:gd name="adj" fmla="val 7098"/>
            </a:avLst>
          </a:prstGeom>
          <a:solidFill>
            <a:srgbClr val="E6D2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B5C56893-94C2-8CE3-1877-EA1DB73E13CB}"/>
              </a:ext>
            </a:extLst>
          </p:cNvPr>
          <p:cNvSpPr/>
          <p:nvPr/>
        </p:nvSpPr>
        <p:spPr>
          <a:xfrm>
            <a:off x="7370079" y="1161879"/>
            <a:ext cx="4641918" cy="2795844"/>
          </a:xfrm>
          <a:prstGeom prst="roundRect">
            <a:avLst>
              <a:gd name="adj" fmla="val 7098"/>
            </a:avLst>
          </a:prstGeom>
          <a:solidFill>
            <a:srgbClr val="E6D2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5F083852-B48E-E192-83DF-805ACF9F6E07}"/>
              </a:ext>
            </a:extLst>
          </p:cNvPr>
          <p:cNvSpPr/>
          <p:nvPr/>
        </p:nvSpPr>
        <p:spPr>
          <a:xfrm>
            <a:off x="2536502" y="4123137"/>
            <a:ext cx="4641918" cy="2554594"/>
          </a:xfrm>
          <a:prstGeom prst="roundRect">
            <a:avLst>
              <a:gd name="adj" fmla="val 7098"/>
            </a:avLst>
          </a:prstGeom>
          <a:solidFill>
            <a:srgbClr val="E6D2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AA4DB9-3F4A-8FB1-2D09-1ABE3ACD2919}"/>
              </a:ext>
            </a:extLst>
          </p:cNvPr>
          <p:cNvSpPr/>
          <p:nvPr/>
        </p:nvSpPr>
        <p:spPr>
          <a:xfrm>
            <a:off x="7358425" y="4123137"/>
            <a:ext cx="4641918" cy="2554594"/>
          </a:xfrm>
          <a:prstGeom prst="roundRect">
            <a:avLst>
              <a:gd name="adj" fmla="val 7098"/>
            </a:avLst>
          </a:prstGeom>
          <a:solidFill>
            <a:srgbClr val="E6D2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A9160D76-A0F4-B4FE-341E-1141ACD7C210}"/>
              </a:ext>
            </a:extLst>
          </p:cNvPr>
          <p:cNvSpPr/>
          <p:nvPr/>
        </p:nvSpPr>
        <p:spPr>
          <a:xfrm>
            <a:off x="2524850" y="170095"/>
            <a:ext cx="1753424" cy="816734"/>
          </a:xfrm>
          <a:prstGeom prst="roundRect">
            <a:avLst>
              <a:gd name="adj" fmla="val 7098"/>
            </a:avLst>
          </a:prstGeom>
          <a:solidFill>
            <a:srgbClr val="FFEBC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50EFEBD4-32BE-EDA0-BB0B-7E271C414EF1}"/>
              </a:ext>
            </a:extLst>
          </p:cNvPr>
          <p:cNvSpPr/>
          <p:nvPr/>
        </p:nvSpPr>
        <p:spPr>
          <a:xfrm>
            <a:off x="4458281" y="170094"/>
            <a:ext cx="1753424" cy="811517"/>
          </a:xfrm>
          <a:prstGeom prst="roundRect">
            <a:avLst>
              <a:gd name="adj" fmla="val 7098"/>
            </a:avLst>
          </a:prstGeom>
          <a:solidFill>
            <a:srgbClr val="FFEBC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6C6C86FE-DE10-9BD4-8003-4AC6FA642FE5}"/>
              </a:ext>
            </a:extLst>
          </p:cNvPr>
          <p:cNvSpPr/>
          <p:nvPr/>
        </p:nvSpPr>
        <p:spPr>
          <a:xfrm>
            <a:off x="10258573" y="170094"/>
            <a:ext cx="1753424" cy="811517"/>
          </a:xfrm>
          <a:prstGeom prst="roundRect">
            <a:avLst>
              <a:gd name="adj" fmla="val 7098"/>
            </a:avLst>
          </a:prstGeom>
          <a:solidFill>
            <a:srgbClr val="FFEBC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5377030F-C562-0791-B31C-01C5478F6F33}"/>
              </a:ext>
            </a:extLst>
          </p:cNvPr>
          <p:cNvSpPr/>
          <p:nvPr/>
        </p:nvSpPr>
        <p:spPr>
          <a:xfrm>
            <a:off x="6391712" y="170094"/>
            <a:ext cx="1753424" cy="811517"/>
          </a:xfrm>
          <a:prstGeom prst="roundRect">
            <a:avLst>
              <a:gd name="adj" fmla="val 7098"/>
            </a:avLst>
          </a:prstGeom>
          <a:solidFill>
            <a:srgbClr val="FFEBC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9BFC64DD-7633-2135-885F-E0CF3055A59B}"/>
              </a:ext>
            </a:extLst>
          </p:cNvPr>
          <p:cNvSpPr/>
          <p:nvPr/>
        </p:nvSpPr>
        <p:spPr>
          <a:xfrm>
            <a:off x="8325143" y="170094"/>
            <a:ext cx="1753424" cy="811517"/>
          </a:xfrm>
          <a:prstGeom prst="roundRect">
            <a:avLst>
              <a:gd name="adj" fmla="val 7098"/>
            </a:avLst>
          </a:prstGeom>
          <a:solidFill>
            <a:srgbClr val="FFEBC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F944B4B-FF0A-1F3D-CA5B-8C1FC39A80F1}"/>
              </a:ext>
            </a:extLst>
          </p:cNvPr>
          <p:cNvSpPr/>
          <p:nvPr/>
        </p:nvSpPr>
        <p:spPr>
          <a:xfrm>
            <a:off x="169294" y="2613508"/>
            <a:ext cx="1983894" cy="868135"/>
          </a:xfrm>
          <a:prstGeom prst="roundRect">
            <a:avLst/>
          </a:prstGeom>
          <a:solidFill>
            <a:srgbClr val="3B1E0A"/>
          </a:solidFill>
          <a:ln>
            <a:solidFill>
              <a:srgbClr val="C89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219E843A-1EA8-6291-FED6-8953BEBC3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7" y="-127159"/>
            <a:ext cx="2344846" cy="2344846"/>
          </a:xfrm>
          <a:prstGeom prst="rect">
            <a:avLst/>
          </a:prstGeom>
        </p:spPr>
      </p:pic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8614EEF-B52E-9885-CA6A-7FC3AE614113}"/>
              </a:ext>
            </a:extLst>
          </p:cNvPr>
          <p:cNvSpPr/>
          <p:nvPr/>
        </p:nvSpPr>
        <p:spPr>
          <a:xfrm>
            <a:off x="191656" y="1870714"/>
            <a:ext cx="1973186" cy="544288"/>
          </a:xfrm>
          <a:prstGeom prst="roundRect">
            <a:avLst/>
          </a:prstGeom>
          <a:solidFill>
            <a:srgbClr val="F5E1C8"/>
          </a:solidFill>
          <a:ln>
            <a:solidFill>
              <a:srgbClr val="C89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AB53C3CB-A4D5-9DC6-AC59-78E07D0F8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83" y="1953567"/>
            <a:ext cx="402037" cy="402037"/>
          </a:xfrm>
          <a:prstGeom prst="rect">
            <a:avLst/>
          </a:prstGeom>
        </p:spPr>
      </p:pic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C8469CAD-FDDC-E4D4-F1FC-45D38522D723}"/>
              </a:ext>
            </a:extLst>
          </p:cNvPr>
          <p:cNvSpPr/>
          <p:nvPr/>
        </p:nvSpPr>
        <p:spPr>
          <a:xfrm>
            <a:off x="180946" y="3670303"/>
            <a:ext cx="1983894" cy="868135"/>
          </a:xfrm>
          <a:prstGeom prst="roundRect">
            <a:avLst/>
          </a:prstGeom>
          <a:solidFill>
            <a:srgbClr val="3B1E0A"/>
          </a:solidFill>
          <a:ln>
            <a:solidFill>
              <a:srgbClr val="C89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744BA1AA-59DF-E7B8-E5A9-B89E14DC4699}"/>
              </a:ext>
            </a:extLst>
          </p:cNvPr>
          <p:cNvSpPr/>
          <p:nvPr/>
        </p:nvSpPr>
        <p:spPr>
          <a:xfrm>
            <a:off x="168819" y="4725491"/>
            <a:ext cx="1983894" cy="868135"/>
          </a:xfrm>
          <a:prstGeom prst="roundRect">
            <a:avLst/>
          </a:prstGeom>
          <a:solidFill>
            <a:srgbClr val="3B1E0A"/>
          </a:solidFill>
          <a:ln>
            <a:solidFill>
              <a:srgbClr val="C89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1724865-2257-5395-E8AF-56E3140CCABC}"/>
              </a:ext>
            </a:extLst>
          </p:cNvPr>
          <p:cNvSpPr/>
          <p:nvPr/>
        </p:nvSpPr>
        <p:spPr>
          <a:xfrm>
            <a:off x="168819" y="5809864"/>
            <a:ext cx="1983894" cy="868135"/>
          </a:xfrm>
          <a:prstGeom prst="roundRect">
            <a:avLst/>
          </a:prstGeom>
          <a:solidFill>
            <a:srgbClr val="3B1E0A"/>
          </a:solidFill>
          <a:ln>
            <a:solidFill>
              <a:srgbClr val="C89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C20962A-82A3-48F2-07C0-143F605A2E1D}"/>
              </a:ext>
            </a:extLst>
          </p:cNvPr>
          <p:cNvSpPr txBox="1"/>
          <p:nvPr/>
        </p:nvSpPr>
        <p:spPr>
          <a:xfrm>
            <a:off x="884861" y="1951005"/>
            <a:ext cx="917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Filtros</a:t>
            </a:r>
          </a:p>
        </p:txBody>
      </p:sp>
    </p:spTree>
    <p:extLst>
      <p:ext uri="{BB962C8B-B14F-4D97-AF65-F5344CB8AC3E}">
        <p14:creationId xmlns:p14="http://schemas.microsoft.com/office/powerpoint/2010/main" val="16329910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Santana</dc:creator>
  <cp:lastModifiedBy>José Santana</cp:lastModifiedBy>
  <cp:revision>1</cp:revision>
  <dcterms:created xsi:type="dcterms:W3CDTF">2026-07-05T13:02:12Z</dcterms:created>
  <dcterms:modified xsi:type="dcterms:W3CDTF">2026-07-05T19:06:08Z</dcterms:modified>
</cp:coreProperties>
</file>